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47"/>
    <p:restoredTop sz="94658"/>
  </p:normalViewPr>
  <p:slideViewPr>
    <p:cSldViewPr snapToGrid="0">
      <p:cViewPr>
        <p:scale>
          <a:sx n="240" d="100"/>
          <a:sy n="240" d="100"/>
        </p:scale>
        <p:origin x="-4824" y="-1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C9315-C3C7-2650-35F4-CD8837822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04962-E061-B870-B056-F7F296D58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EE918-A978-E3FA-71E8-CFA67100A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5AE9-E978-AE40-B64A-C00C2813C393}" type="datetimeFigureOut">
              <a:rPr lang="en-FI" smtClean="0"/>
              <a:t>1.5.2026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48C62-B336-4B2B-4708-954FB5F0E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D53FC-F420-71A5-9664-C9D7485D8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6130-30E2-6049-9CEE-BBAC2C45822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29779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B002-1E5A-2543-0708-CA5843FCD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12205-EE96-D168-A305-405D30BE7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86A65-1268-12D6-A91A-F2114820B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5AE9-E978-AE40-B64A-C00C2813C393}" type="datetimeFigureOut">
              <a:rPr lang="en-FI" smtClean="0"/>
              <a:t>1.5.2026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92836-895A-3122-3CAD-C7E0F7B0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DFE91-150C-42F7-39B3-F600F313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6130-30E2-6049-9CEE-BBAC2C45822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7065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1641A-FF57-6210-CEB5-1054AE47D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78011-AB85-7772-D3AF-4D8D13ACC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6DBD1-FD9B-5570-170C-8D3098CEB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5AE9-E978-AE40-B64A-C00C2813C393}" type="datetimeFigureOut">
              <a:rPr lang="en-FI" smtClean="0"/>
              <a:t>1.5.2026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E5579-39F8-2F1A-52C7-35591E35E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5A316-0121-89B0-E0F5-BE6E86947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6130-30E2-6049-9CEE-BBAC2C45822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38034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7326-439B-147D-B0EB-275C27DDB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D5DA3-5C16-33DC-B520-B0B131EF9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F158F-00C4-7E39-8212-44FB97ECD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BC82B-6DD7-71DC-07D3-B0FCB13AF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5AE9-E978-AE40-B64A-C00C2813C393}" type="datetimeFigureOut">
              <a:rPr lang="en-FI" smtClean="0"/>
              <a:t>1.5.2026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A1089-B855-7F9B-9073-00830E38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9AC6D-283D-CE28-FBDF-A1568648A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6130-30E2-6049-9CEE-BBAC2C45822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51795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24D39-1F9F-2716-AAD3-F7A322A81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FCCD9-5836-2E1E-B1B3-96FAC73BA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17868-A7BA-6083-1193-02C5DD8B0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D9310C-57E4-4A49-838A-950E33244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C860BF-E822-59DB-F75E-92F32B2CE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EAC3B-5B2E-C15A-F0E3-A54BB14E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5AE9-E978-AE40-B64A-C00C2813C393}" type="datetimeFigureOut">
              <a:rPr lang="en-FI" smtClean="0"/>
              <a:t>1.5.2026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2636D4-F2DB-3F51-299E-839C8F9A6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4A32D4-A404-60B9-FB67-FEAC1371C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6130-30E2-6049-9CEE-BBAC2C45822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44795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ECE13-597C-724D-4147-1300D13F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D010E-C6D7-17A6-111D-7A9144B4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5AE9-E978-AE40-B64A-C00C2813C393}" type="datetimeFigureOut">
              <a:rPr lang="en-FI" smtClean="0"/>
              <a:t>1.5.2026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53CD2-7ACF-434B-4CC7-C4AC65056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9EEEE-46FE-8330-C446-039A0723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6130-30E2-6049-9CEE-BBAC2C45822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26955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107A1D-EC90-38A7-9504-02C8FC433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5AE9-E978-AE40-B64A-C00C2813C393}" type="datetimeFigureOut">
              <a:rPr lang="en-FI" smtClean="0"/>
              <a:t>1.5.2026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6E4C0D-FC34-DE7E-47C0-657DE8CBC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58A4E-1C23-63B5-6DB3-93A56FB3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6130-30E2-6049-9CEE-BBAC2C45822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91859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AFEFB-766C-CBCB-DEC1-8205C6D2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EAC6C-FB15-53DA-4F21-B844C1120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5B074F-8AFE-83DA-3176-DDD7E527F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60789-4E51-1918-B225-6D292834E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5AE9-E978-AE40-B64A-C00C2813C393}" type="datetimeFigureOut">
              <a:rPr lang="en-FI" smtClean="0"/>
              <a:t>1.5.2026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21B9C-DBBF-AE83-4CDC-9094F3E4D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3E6FA-EBED-CF44-1159-688DCAA5D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6130-30E2-6049-9CEE-BBAC2C45822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4589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E7CC5-85E0-1436-4F2F-96B33FF88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3A245-75FE-DE57-407F-C1C1D76E03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92C9A-C73B-D9C9-1030-4108D1F80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8819D-D05B-C5BB-B47C-4B008B080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5AE9-E978-AE40-B64A-C00C2813C393}" type="datetimeFigureOut">
              <a:rPr lang="en-FI" smtClean="0"/>
              <a:t>1.5.2026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DE924-A140-CBFD-D5EE-5B2BA76CB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6CE9E-94F8-E03D-B91A-B624EDC3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6130-30E2-6049-9CEE-BBAC2C45822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5668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3AF1-A90B-26C3-A143-D60EF574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65EC2-35E3-985D-0F2B-86BF6EE47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7E3C1-7F81-73A3-7AA1-613904CFB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5AE9-E978-AE40-B64A-C00C2813C393}" type="datetimeFigureOut">
              <a:rPr lang="en-FI" smtClean="0"/>
              <a:t>1.5.2026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815E1-F938-D775-A164-F73439630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C93FF-3826-2E1F-8062-200DD19C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6130-30E2-6049-9CEE-BBAC2C45822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8761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E3E29E-2A97-44F9-CAF3-3DA1D642CD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17A63-E855-333A-270D-F1EA4B056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8A10A-0980-1AC1-9FF6-91A620521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5AE9-E978-AE40-B64A-C00C2813C393}" type="datetimeFigureOut">
              <a:rPr lang="en-FI" smtClean="0"/>
              <a:t>1.5.2026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C4924-2D85-D787-85C7-CFD919880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6D766-F469-B6E1-311F-F5DC131CE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6130-30E2-6049-9CEE-BBAC2C45822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9426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F0406E-F1AF-FDF8-B854-59BC7946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B2DA6-8D12-C4B5-6422-E0CE66F8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2EC18-ADE3-7E4A-E072-59D2C7F8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175AE9-E978-AE40-B64A-C00C2813C393}" type="datetimeFigureOut">
              <a:rPr lang="en-FI" smtClean="0"/>
              <a:t>1.5.2026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06CA4-648D-1595-FFEE-832A9AEE6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50665-DBC1-F1E0-9631-37BDEA102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06130-30E2-6049-9CEE-BBAC2C45822C}" type="slidenum">
              <a:rPr lang="en-FI" smtClean="0"/>
              <a:t>‹#›</a:t>
            </a:fld>
            <a:endParaRPr lang="en-FI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DD7565-830B-31C3-59EB-49CFD63C64E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9561513" y="63500"/>
            <a:ext cx="2595562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FI" sz="1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TUNI Luottamuksellinen - Confidential (3Y)</a:t>
            </a:r>
          </a:p>
        </p:txBody>
      </p:sp>
    </p:spTree>
    <p:extLst>
      <p:ext uri="{BB962C8B-B14F-4D97-AF65-F5344CB8AC3E}">
        <p14:creationId xmlns:p14="http://schemas.microsoft.com/office/powerpoint/2010/main" val="392434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CCAFC-67C3-3218-037A-A782CC5D1C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FI" dirty="0"/>
              <a:t>Seppala Lab website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B7BEB3-2E0E-1ECA-32E0-BF59A9FE51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1591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A9CF0-F235-BDB9-5F26-1B25F8729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Landing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047EEA-4F01-B7FC-094D-24A146623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555" y="1690688"/>
            <a:ext cx="4161901" cy="2482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43F1C8-6C08-3DE0-AAC4-8EC4C565892F}"/>
              </a:ext>
            </a:extLst>
          </p:cNvPr>
          <p:cNvSpPr txBox="1"/>
          <p:nvPr/>
        </p:nvSpPr>
        <p:spPr>
          <a:xfrm>
            <a:off x="1752931" y="4557713"/>
            <a:ext cx="1307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RESEARCH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823ACE-AA29-5EC3-FC50-9395480E27E8}"/>
              </a:ext>
            </a:extLst>
          </p:cNvPr>
          <p:cNvSpPr txBox="1"/>
          <p:nvPr/>
        </p:nvSpPr>
        <p:spPr>
          <a:xfrm>
            <a:off x="3533555" y="4557713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TEAM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18B64-EB7D-ECAC-D671-D772E9DD1FA0}"/>
              </a:ext>
            </a:extLst>
          </p:cNvPr>
          <p:cNvSpPr txBox="1"/>
          <p:nvPr/>
        </p:nvSpPr>
        <p:spPr>
          <a:xfrm>
            <a:off x="4749537" y="4557713"/>
            <a:ext cx="1705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PUBLICATIONS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422C3F-9AA8-2BC9-C944-33359DD1E756}"/>
              </a:ext>
            </a:extLst>
          </p:cNvPr>
          <p:cNvSpPr txBox="1"/>
          <p:nvPr/>
        </p:nvSpPr>
        <p:spPr>
          <a:xfrm>
            <a:off x="6925620" y="4557713"/>
            <a:ext cx="810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NEWS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625C49-906C-5CA4-F2B1-32ED6AC238CA}"/>
              </a:ext>
            </a:extLst>
          </p:cNvPr>
          <p:cNvSpPr txBox="1"/>
          <p:nvPr/>
        </p:nvSpPr>
        <p:spPr>
          <a:xfrm>
            <a:off x="8449620" y="4557713"/>
            <a:ext cx="117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3754942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B2795-872F-D8C9-E0AD-8E7DB1C7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</a:t>
            </a:r>
            <a:r>
              <a:rPr lang="en-FI" dirty="0"/>
              <a:t>rowser icon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1FDA5B-DE74-484A-3466-01A74E676F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24" t="67229" r="84246" b="18853"/>
          <a:stretch>
            <a:fillRect/>
          </a:stretch>
        </p:blipFill>
        <p:spPr>
          <a:xfrm>
            <a:off x="3838352" y="3359888"/>
            <a:ext cx="350875" cy="34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44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D040-591A-42FF-1A56-666D7291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Research page</a:t>
            </a:r>
          </a:p>
        </p:txBody>
      </p:sp>
    </p:spTree>
    <p:extLst>
      <p:ext uri="{BB962C8B-B14F-4D97-AF65-F5344CB8AC3E}">
        <p14:creationId xmlns:p14="http://schemas.microsoft.com/office/powerpoint/2010/main" val="3868882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8AEFB-3A6D-7492-1712-7C89A7C96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Publications page</a:t>
            </a:r>
          </a:p>
        </p:txBody>
      </p:sp>
    </p:spTree>
    <p:extLst>
      <p:ext uri="{BB962C8B-B14F-4D97-AF65-F5344CB8AC3E}">
        <p14:creationId xmlns:p14="http://schemas.microsoft.com/office/powerpoint/2010/main" val="3590059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6C00-E37D-E520-D015-AA31E438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News page</a:t>
            </a:r>
          </a:p>
        </p:txBody>
      </p:sp>
    </p:spTree>
    <p:extLst>
      <p:ext uri="{BB962C8B-B14F-4D97-AF65-F5344CB8AC3E}">
        <p14:creationId xmlns:p14="http://schemas.microsoft.com/office/powerpoint/2010/main" val="4022785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34853-8624-2804-A136-8F461B78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Contact page</a:t>
            </a:r>
          </a:p>
        </p:txBody>
      </p:sp>
    </p:spTree>
    <p:extLst>
      <p:ext uri="{BB962C8B-B14F-4D97-AF65-F5344CB8AC3E}">
        <p14:creationId xmlns:p14="http://schemas.microsoft.com/office/powerpoint/2010/main" val="835902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4814fa1-1a0b-42d1-967a-caddbf829325}" enabled="1" method="Standard" siteId="{fa6944af-cc7c-4cd8-9154-c01132798910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3085</TotalTime>
  <Words>21</Words>
  <Application>Microsoft Macintosh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Seppala Lab website</vt:lpstr>
      <vt:lpstr>Landing page</vt:lpstr>
      <vt:lpstr>Browser icon</vt:lpstr>
      <vt:lpstr>Research page</vt:lpstr>
      <vt:lpstr>Publications page</vt:lpstr>
      <vt:lpstr>News page</vt:lpstr>
      <vt:lpstr>Contact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Emmi Hämäläinen (TAU)</dc:creator>
  <cp:lastModifiedBy>Emmi Hämäläinen (TAU)</cp:lastModifiedBy>
  <cp:revision>2</cp:revision>
  <dcterms:created xsi:type="dcterms:W3CDTF">2026-05-01T10:53:29Z</dcterms:created>
  <dcterms:modified xsi:type="dcterms:W3CDTF">2026-05-03T14:25:35Z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TUNI Luottamuksellinen - Confidential (3Y)</vt:lpwstr>
  </property>
</Properties>
</file>